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CARS final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Children as creators of AR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Closing slide about augmented reality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